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400" b="1">
                <a:solidFill>
                  <a:srgbClr val="0284C7"/>
                </a:solidFill>
                <a:latin typeface="Segoe UI"/>
              </a:defRPr>
            </a:pPr>
            <a:r>
              <a:t>StockPulse</a:t>
            </a:r>
          </a:p>
          <a:p>
            <a:pPr algn="l">
              <a:spcBef>
                <a:spcPts val="600"/>
              </a:spcBef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Cloud-Native Inventory &amp; Stock Management Platform</a:t>
            </a:r>
          </a:p>
          <a:p>
            <a:pPr algn="l">
              <a:spcBef>
                <a:spcPts val="1400"/>
              </a:spcBef>
              <a:defRPr sz="1500" b="0">
                <a:solidFill>
                  <a:srgbClr val="64748B"/>
                </a:solidFill>
                <a:latin typeface="Segoe UI"/>
              </a:defRPr>
            </a:pPr>
            <a:r>
              <a:t>DevOps Final Capstone - every page shows what we did and the screenshot that proves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114800"/>
            <a:ext cx="10241280" cy="17373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4434840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STUDENT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Kapil Masih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434840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REPOSITORY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github.com/Kapil564/dev-ops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5093207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CLOUD REGION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AWS us-east-1 (N. Virginia)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5093207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RESULT</a:t>
            </a:r>
          </a:p>
          <a:p>
            <a:pPr algn="l">
              <a:spcBef>
                <a:spcPts val="200"/>
              </a:spcBef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100 / 100 points (Modules M1-M10)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1722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Stack: React 18 | FastAPI | PostgreSQL | Docker | GitHub Actions | Trivy | Terraform | AWS EKS | Helm | Prometheus + 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M1 - APPLICATION (10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Working - 10/10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web app our users see (React frontend)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built the StockPulse dashboard with React 18 and Vite.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shows live KPI cards: total SKUs, low-stock alerts and stock value.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Users can search, filter by category, add stock and delete items.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calls the FastAPI backend over REST and saves data in PostgreSQL.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Open in browser -&gt; http://localhost:3000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06517"/>
            <a:ext cx="5029200" cy="23307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screenshot/docker/browser.png - the running StockPulse dashboard in a real browser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M1 - BACKEND API &amp;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Working - 6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backend API and its documentation (FastAPI)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wrote the REST API with FastAPI and SQLAlchemy 2.0.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Full CRUD for inventory: GET, POST, PUT, DELETE plus a /stats summary.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Health probes /health and /ready, and a /metrics endpoint for monitoring.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Database tables are created by Alembic migrations, not by hand.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Interactive docs -&gt; http://localhost:8000/docs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browser-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96117"/>
            <a:ext cx="5029200" cy="21515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screenshot/docker/browser-doc.png - Swagger UI listing every API endpoint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M2 - TESTING (10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8/8 tests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Automated tests, all passing (Pytest)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wrote 8 tests covering health, CRUD, stock updates and stats.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They run against a temporary in-memory database, never real data.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suite runs in under 2 seconds, so it is a fast quality gate.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same tests run inside the CI pipeline on every push.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pytest -v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63661"/>
            <a:ext cx="5029200" cy="22164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screenshot/pytest/image.png - terminal output showing 8 tests passing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M3 - GIT &amp; GITHUB (5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Public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Version control history on 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project lives in a public GitHub repository.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Over 15 small, clearly named commits instead of one big dump.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A strict .gitignore keeps secrets, .env files and caches out of git.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No credentials are stored anywhere in the commit history.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git log --oneline -n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com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90041"/>
            <a:ext cx="5029200" cy="29637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screenshot/Github/commits.png - commit history on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M4 - DOCKER (10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3 services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Everything runs in containers with one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Backend image: python:3.12-slim, running as a non-root user.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Frontend image: multi-stage build (Node builds, Nginx serves).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Docker Compose starts frontend, backend and PostgreSQL together.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One command brings the whole stack up on a private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748928"/>
            <a:ext cx="9601200" cy="1508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screenshot/docker/terminal.png - all three services started by Docker Compose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MODULES M5 &amp; M6 - CI/CD &amp; SECURITY (20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Pipeline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Automated pipeline and security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GitHub Actions runs automatically on every push to main.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runs the tests and builds the frontend before building images.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Trivy scans both images and fails the build on HIGH/CRITICAL CVEs.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Verified images are pushed to GHCR tagged with the commit SHA.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.github/workflows/ci-cd.yml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288748"/>
            <a:ext cx="5029200" cy="29663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screenshot/ci-cd/image.png - successful GitHub Actions pipeline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M7 - TERRAFORM ON AWS (15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Provisioned &amp; destroyed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Cloud infrastructure created from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Terraform builds a VPC with public and private subnets on AWS.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creates an EKS Kubernetes cluster (v1.31) with 2 worker nodes.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Everything is written as code, so it can be rebuilt identically.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ran terraform destroy to remove all 52 resources and avoid cost.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terraform apply -auto-approve / terraform destroy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41280"/>
            <a:ext cx="5029200" cy="2061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screenshot/terraform/image.png - Terraform creating the AWS EKS cluster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M8 - KUBERNETES &amp;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Release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app deployed to Kubernetes with 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whole app is packaged as a reusable Helm chart.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Pods, services and settings live in values.yaml, easy to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ClusterIP services connect frontend, backend and PostgreSQL.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A Horizontal Pod Autoscaler can scale pods as traffic grows.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rvice&amp;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04303"/>
            <a:ext cx="9601200" cy="13982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screenshot/helm/service&amp;list.png - Helm release and Kubernetes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M8 - KUBERNETES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All pods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Pods running on the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Two backend pods, two frontend pods and one PostgreSQL pod.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Liveness and readiness probes keep only healthy pods in rotation.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This is the proof that the Helm deployment actually started.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All pods report the Running state across the cluster nodes.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327582"/>
            <a:ext cx="9601200" cy="23516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screenshot/helm/terminal.png - kubectl output with pods running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M9 - MONITORING (10 POINTS)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Target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Prometheus is watching the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525780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We installed the kube-prometheus-stack into a monitoring namespace.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Prometheus scrapes the backend /metrics endpoint automatically.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targets page confirms the app is being scraped successfully.</a:t>
            </a:r>
          </a:p>
          <a:p>
            <a:pPr algn="l">
              <a:spcBef>
                <a:spcPts val="9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This gives us live visibility into traffic and errors.</a:t>
            </a:r>
          </a:p>
          <a:p>
            <a:pPr algn="l">
              <a:spcBef>
                <a:spcPts val="1600"/>
              </a:spcBef>
              <a:defRPr sz="1300" b="1">
                <a:solidFill>
                  <a:srgbClr val="059669"/>
                </a:solidFill>
                <a:latin typeface="Segoe UI"/>
              </a:defRPr>
            </a:pPr>
            <a:r>
              <a:t>How to check it: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0284C7"/>
                </a:solidFill>
                <a:latin typeface="Segoe UI"/>
              </a:defRPr>
            </a:pPr>
            <a:r>
              <a:t>kubectl port-forward svc/monitoring-kube-prometheus-prometheus 9090:9090 -n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81328"/>
            <a:ext cx="5394960" cy="47091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Screenshot proof:</a:t>
            </a:r>
          </a:p>
        </p:txBody>
      </p:sp>
      <p:pic>
        <p:nvPicPr>
          <p:cNvPr id="11" name="Picture 10" descr="pr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614518"/>
            <a:ext cx="5029200" cy="23147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screenshot/monitor/prom.png - Prometheus targets page showing the app 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MODULE M9 - APPLICATION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/metrics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The metrics the app exposes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284C7"/>
                </a:solidFill>
                <a:latin typeface="Segoe UI"/>
              </a:defRPr>
            </a:pPr>
            <a:r>
              <a:t>What we did: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The backend exports Prometheus metrics at /metrics.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It counts requests (http_requests_total) and measures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Grafana dashboards turn these numbers into live charts.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- This is the data behind our dashboards and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34640"/>
            <a:ext cx="10058400" cy="333756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44042"/>
            <a:ext cx="9601200" cy="2518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09360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screenshot/monitor/image.png - raw Prometheus metrics from the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FINAL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926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100 / 100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927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Everything we built - module by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M1 (10 pts)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3619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Full-stack app: React dashboard + FastAPI API + PostgreSQL tables and migrations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153619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4825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M2 (10 pts)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4825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8 automated Pytest tests, all passing, using an isolated test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2048256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41448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M3 (5 pts)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5603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Public GitHub repository with clean, structured commit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256032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723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M4 (10 pts)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7238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Multi-stage Dockerfiles (non-root) and one-command Docker Compose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30723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65576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84448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M5+M6 (20 pts)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584448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GitHub Actions CI/CD with Trivy security scan and GHCR image push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3584448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96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M7 (15 pts)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09651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Terraform provisions AWS VPC + EKS in us-east-1, then destroys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409651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89704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08576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M8 (15 pts)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60857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Helm chart deploy on Kubernetes with replicas, services and autoscaling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4608576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9-10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206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M9 (10 pts)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120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Prometheus scrapes the app metrics, Grafana visualises them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512064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Slide 11-12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513832"/>
            <a:ext cx="10927080" cy="512064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63270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Segoe UI"/>
              </a:defRPr>
            </a:pPr>
            <a:r>
              <a:t>M10 (5 pts)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63270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Segoe UI"/>
              </a:defRPr>
            </a:pPr>
            <a:r>
              <a:t>README documentation and this presentation with screenshot proof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563270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This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12648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Every module above is backed by a real screenshot in this deck - no claims without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